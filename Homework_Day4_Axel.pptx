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TALENT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 DAY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Branding, AI Creatives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Lovable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Kasim Aslam — Delegation Masterclass Landing 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84448"/>
            <a:ext cx="22860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124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by: Axel  ·  April 4,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axeleonhardt639.github.io/paretoTalent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13716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1371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CSS + 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606040" cy="13716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63040"/>
            <a:ext cx="64008" cy="1371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64992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built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dependencies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606040" cy="13716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63040"/>
            <a:ext cx="64008" cy="1371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99632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Claude Code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 ·  Problem  ·  Outcomes  ·  About Kasim  ·  Who It's For  ·  Testimonials  ·  Final CTA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gold navbar with 'Reserve Your Seat' CTA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 timer to the webinar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42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Scroll-driven fade-up animations (IntersectionObserver)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354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Kasim's photo with gradient overlay in hero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video embedded in the About section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KIT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Typography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/ WORDMARK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Jomhuria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mark &amp; favicon — 'KA' initials. Bold, distinctive, Mediterranean character.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1463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64008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87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— HEADLINES &amp; UI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· 500 · 600 · 700 · 800 · 900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headlines, body text, UI elements, and buttons across the entire page.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25603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64008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85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— PULL QUOTES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Playfair Display Italic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187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· 900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749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emphasis lines and pull quotes only — used sparingly.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3657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KIT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Palette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Dark background everywhere. Gold is the ONLY accent color. No blue, no purple, no neon.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06040" cy="777240"/>
          </a:xfrm>
          <a:prstGeom prst="rect">
            <a:avLst/>
          </a:prstGeom>
          <a:solidFill>
            <a:srgbClr val="1113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828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#111317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Charcoal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background, hero, all dark sections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06040" cy="777240"/>
          </a:xfrm>
          <a:prstGeom prst="rect">
            <a:avLst/>
          </a:prstGeom>
          <a:solidFill>
            <a:srgbClr val="FFD24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828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#FFD24D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CTAs · highlights · borders · stat numbers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06040" cy="777240"/>
          </a:xfrm>
          <a:prstGeom prst="rect">
            <a:avLst/>
          </a:prstGeom>
          <a:solidFill>
            <a:srgbClr val="FFF9E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828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#FFF9E6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White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headlines and primary display text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SHADES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1572768" cy="384048"/>
          </a:xfrm>
          <a:prstGeom prst="rect">
            <a:avLst/>
          </a:prstGeom>
          <a:solidFill>
            <a:srgbClr val="161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#161a20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0599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Dark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48256" y="3657600"/>
            <a:ext cx="1572768" cy="384048"/>
          </a:xfrm>
          <a:prstGeom prst="rect">
            <a:avLst/>
          </a:prstGeom>
          <a:solidFill>
            <a:srgbClr val="1C20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#1c2028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48256" y="40599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Darker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30752" y="3657600"/>
            <a:ext cx="1572768" cy="384048"/>
          </a:xfrm>
          <a:prstGeom prst="rect">
            <a:avLst/>
          </a:prstGeom>
          <a:solidFill>
            <a:srgbClr val="D4BC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3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#D4BC80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30752" y="40599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Dim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13248" y="3657600"/>
            <a:ext cx="1572768" cy="384048"/>
          </a:xfrm>
          <a:prstGeom prst="rect">
            <a:avLst/>
          </a:prstGeom>
          <a:solidFill>
            <a:srgbClr val="A0A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3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#a0a8b4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13248" y="40599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Body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95744" y="3657600"/>
            <a:ext cx="1572768" cy="384048"/>
          </a:xfrm>
          <a:prstGeom prst="rect">
            <a:avLst/>
          </a:prstGeom>
          <a:solidFill>
            <a:srgbClr val="2A2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5744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#2a2f3a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95744" y="40599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Tools Used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987552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0" y="1554480"/>
            <a:ext cx="77724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554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(CLI)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USED — Main Build Tool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full 1,100-line index.html from scratch. 7 sections, sticky navbar, countdown timer, scroll animations, Kasim's photo + YouTube video integration, and 8 git commits.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8412480" cy="987552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0" y="2670048"/>
            <a:ext cx="777240" cy="2560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26700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AI Studio (Gemini)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29443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⚠️✅ USED — With Issues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729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bannerKasimLanding.png. Inconsistent quality — required multiple attempts. Copy was too generic. Banner then resized using Nano Banana (nanobananaa.com) for web optimization.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8412480" cy="987552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63840" y="3785616"/>
            <a:ext cx="777240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37856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37673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Stitch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405993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TRIED — Not Useful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885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generic React + Tailwind components. Output didn't match the premium dark brand. More cleanup time than building from scratch. Abandoned.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System &amp; Assets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329184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KIT REFERENCE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FONT: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Jomhuria — wordmark &amp; favicon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FONT: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83080" y="21396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900 — headlines &amp; UI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404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FONT: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83080" y="2404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Playfair Display Italic 700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935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1: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83080" y="29352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#111317  Deep Charcoal — bg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2: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8308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#FFD24D  Brand Gold — accent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4655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3: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83080" y="34655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#FFF9E6  Warm White — text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995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83080" y="3995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favicon.io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2611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83080" y="42611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embed — About section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 RESIZE: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8308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 (nanobananaa.com)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417320"/>
            <a:ext cx="40233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INVENTORY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03720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18120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landing page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92040" y="217627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4920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 embed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2176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18120" y="2176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section video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92040" y="24780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2478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bannerKasimLanding.png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03720" y="2478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18120" y="2478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banner (1.2MB)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92040" y="27797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7492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resizeBanner.jpg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03720" y="27797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818120" y="27797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Resized for web (137KB)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92040" y="30815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4920" y="3081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favicon.ico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03720" y="3081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favicon.io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818120" y="3081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tab icon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892040" y="33832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7492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favicon-32x32.png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03720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favicon.io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818120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tab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92040" y="3685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7492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apple-touch-icon.png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03720" y="3685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favicon.io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818120" y="3685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home screen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892040" y="398678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74920" y="3986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android-chrome-512x512.png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903720" y="3986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favicon.io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818120" y="3986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splash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892040" y="42885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074920" y="4288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DESIGN.md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903720" y="4288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818120" y="4288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docs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73152"/>
            <a:ext cx="3474720" cy="50703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TALENT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
</a:t>
            </a:r>
            <a:pPr algn="l" indent="0" marL="0">
              <a:buNone/>
            </a:pPr>
            <a:r>
              <a:rPr lang="en-US" sz="52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Page: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axeleonhardt639.github.io/paretoTalent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 ·  April 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760720" y="21945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AI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Day 4 — Branding, AI Creatives &amp; Lovable</dc:title>
  <dc:subject>PptxGenJS Presentation</dc:subject>
  <dc:creator>Axel</dc:creator>
  <cp:lastModifiedBy>Axel</cp:lastModifiedBy>
  <cp:revision>1</cp:revision>
  <dcterms:created xsi:type="dcterms:W3CDTF">2026-04-04T19:23:52Z</dcterms:created>
  <dcterms:modified xsi:type="dcterms:W3CDTF">2026-04-04T19:23:52Z</dcterms:modified>
</cp:coreProperties>
</file>